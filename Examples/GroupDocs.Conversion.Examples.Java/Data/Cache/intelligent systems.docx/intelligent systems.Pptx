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7.9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772400" cy="10058400"/>
  <p:notesSz cx="7772400" cy="10058400"/>
  <p:embeddedFontLst>
    <p:embeddedFont>
      <p:font typeface="RIANSN+TimesNewRomanPS-BoldMT"/>
      <p:regular r:id="rId4"/>
    </p:embeddedFont>
    <p:embeddedFont>
      <p:font typeface="QDEJCA+TimesNewRomanPSMT"/>
      <p:regular r:id="rId5"/>
    </p:embeddedFont>
  </p:embeddedFontLst>
  <p:custDataLst>
    <p:tags r:id="rId3"/>
  </p:custDataLst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font" Target="fonts/font1.fntdata" /><Relationship Id="rId5" Type="http://schemas.openxmlformats.org/officeDocument/2006/relationships/font" Target="fonts/font2.fntdata" /><Relationship Id="rId6" Type="http://schemas.openxmlformats.org/officeDocument/2006/relationships/presProps" Target="presProps.xml" /><Relationship Id="rId7" Type="http://schemas.openxmlformats.org/officeDocument/2006/relationships/viewProps" Target="viewProps.xml" /><Relationship Id="rId8" Type="http://schemas.openxmlformats.org/officeDocument/2006/relationships/theme" Target="theme/theme1.xml" /><Relationship Id="rId9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p15="http://schemas.microsoft.com/office/powerpoint/2012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2"/>
          <p:cNvSpPr txBox="1"/>
          <p:nvPr/>
        </p:nvSpPr>
        <p:spPr>
          <a:xfrm>
            <a:off x="914400" y="921961"/>
            <a:ext cx="4566837" cy="4635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0"/>
              </a:lnSpc>
              <a:spcBef>
                <a:spcPct val="0"/>
              </a:spcBef>
              <a:spcAft>
                <a:spcPct val="0"/>
              </a:spcAft>
            </a:pPr>
            <a:r>
              <a:rPr sz="1400" b="1">
                <a:solidFill>
                  <a:srgbClr val="000000"/>
                </a:solidFill>
                <a:latin typeface="RIANSN+TimesNewRomanPS-BoldMT"/>
                <a:cs typeface="RIANSN+TimesNewRomanPS-BoldMT"/>
              </a:rPr>
              <a:t>Should humans strive to build artificial intelligence?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1330876"/>
            <a:ext cx="6819483" cy="63928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550"/>
              </a:lnSpc>
              <a:spcBef>
                <a:spcPct val="0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Considering positive aspects human should strive to build artificial intelligence.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There are thousands of things we face in our daily life which are artificially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intelligent. And without them we cannot think of ease we are having in our lives.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For example virtual assistants in our mobiles, Google now in android, Siri in apple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and Cortana in windows phone. I will move ahead with one, I am using, its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cortana. Whatever I ask her she replies me if I told her to remind me of something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at a specific time she does remind me. She notes my mobile sufferings and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interests and then she shows me results of my interests. Now this does make sense.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Instead of telling my interest to my phone ever time to have results I think this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artificial assistant is best for me she observes what I am doing and then acts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helpful. There are robots which are designed so that they have some colorful balls</a:t>
            </a:r>
          </a:p>
          <a:p>
            <a:pPr marL="0" marR="0">
              <a:lnSpc>
                <a:spcPts val="1550"/>
              </a:lnSpc>
              <a:spcBef>
                <a:spcPts val="5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in them and they will look for a bucket to drop ball if top ball its holding is red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then it will seek for red bucket and as it will find red bucket it will drop red ball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there so and so forth, I mean this is great that you have developed such thing which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is moving under some domain and performing some valuable task but under some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specific domain. It was final year project of some students from electrical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engineering department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So it was one aspect of the picture now let’s look what if human gives artificial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intelligence of their level to machines. They can start thinking in their own ways.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And maybe they cannot differentiate between right and wrong. Start implementing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their own decisions. So this is the stage where may be human cannot control them.</a:t>
            </a:r>
          </a:p>
          <a:p>
            <a:pPr marL="0" marR="0">
              <a:lnSpc>
                <a:spcPts val="1550"/>
              </a:lnSpc>
              <a:spcBef>
                <a:spcPts val="5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Like in matrix movie to some extent robots started controlling human they kept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their mind in artificial world and there was rare chance to come back to real world.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What if you made some nuclear weapon with high level of artificial intelligence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like human level and it makes some wrong decision, this will be harmful.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So collecting the scattered threads of above discussion I conclude that human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should strive to build artificial intelligence but not of their level, there must some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standards or barriers which must not be crossed. Then ultimately staying behind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barriers human can make such machines which will make life easy and will not be</a:t>
            </a:r>
          </a:p>
          <a:p>
            <a:pPr marL="0" marR="0">
              <a:lnSpc>
                <a:spcPts val="1550"/>
              </a:lnSpc>
              <a:spcBef>
                <a:spcPts val="9"/>
              </a:spcBef>
              <a:spcAft>
                <a:spcPct val="0"/>
              </a:spcAft>
            </a:pPr>
            <a:r>
              <a:rPr sz="1400">
                <a:solidFill>
                  <a:srgbClr val="000000"/>
                </a:solidFill>
                <a:latin typeface="QDEJCA+TimesNewRomanPSMT"/>
                <a:cs typeface="QDEJCA+TimesNewRomanPSMT"/>
              </a:rPr>
              <a:t>harmful for them.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6.3"/>
  <p:tag name="AS_RELEASE_DATE" val="2017.09.30"/>
  <p:tag name="AS_TITLE" val="Aspose.Slides for Java"/>
  <p:tag name="AS_VERSION" val="17.9"/>
</p:tagLst>
</file>

<file path=ppt/theme/theme1.xml><?xml version="1.0" encoding="utf-8"?>
<a:theme xmlns:r="http://schemas.openxmlformats.org/officeDocument/2006/relationships"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E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31</Paragraphs>
  <Slides>1</Slides>
  <Notes>0</Notes>
  <TotalTime>0</TotalTime>
  <HiddenSlides>0</HiddenSlides>
  <MMClips>0</MMClips>
  <ScaleCrop>0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2">
      <vt:lpstr>Theme Office</vt:lpstr>
      <vt:lpstr>Slide 1</vt:lpstr>
    </vt:vector>
  </TitlesOfParts>
  <LinksUpToDate>0</LinksUpToDate>
  <SharedDoc>0</SharedDoc>
  <HyperlinksChanged>0</HyperlinksChanged>
  <Application>Aspose.Slides for Java</Application>
  <AppVersion>17.0900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Presentation PowerPoint</dc:title>
  <dc:creator>atir</dc:creator>
  <cp:lastModifiedBy>atir</cp:lastModifiedBy>
  <cp:revision>1</cp:revision>
  <dcterms:modified xsi:type="dcterms:W3CDTF">2017-12-04T09:50:12Z</dcterms:modified>
</cp:coreProperties>
</file>